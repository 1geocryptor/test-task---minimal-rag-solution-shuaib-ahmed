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Minimal RAG 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Retrieval-Augmented </a:t>
            </a:r>
            <a:r>
              <a:t>Generation System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implements a minimal Retrieval-Augmented Generation (RAG) system.</a:t>
            </a:r>
          </a:p>
          <a:p>
            <a:endParaRPr/>
          </a:p>
          <a:p>
            <a:r>
              <a:t>- Combines retrieval + generative AI</a:t>
            </a:r>
          </a:p>
          <a:p>
            <a:r>
              <a:t>- Uses lightweight models for local execution</a:t>
            </a:r>
          </a:p>
          <a:p>
            <a:r>
              <a:t>- Focuses on clarity and modular design</a:t>
            </a:r>
          </a:p>
          <a:p>
            <a:endParaRPr/>
          </a:p>
          <a:p>
            <a:r>
              <a:t>Goal: Answer user queries grounded in a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Query → Embedding Model → Vector Search → Retrieved Documents</a:t>
            </a:r>
          </a:p>
          <a:p>
            <a:r>
              <a:t>→ Prompt Augmentation → LLM → Final Answer</a:t>
            </a:r>
          </a:p>
          <a:p>
            <a:endParaRPr/>
          </a:p>
          <a:p>
            <a:r>
              <a:t>Components:</a:t>
            </a:r>
          </a:p>
          <a:p>
            <a:r>
              <a:t>- Knowledge Base</a:t>
            </a:r>
          </a:p>
          <a:p>
            <a:r>
              <a:t>- Embedding Model</a:t>
            </a:r>
          </a:p>
          <a:p>
            <a:r>
              <a:t>- Retriever</a:t>
            </a:r>
          </a:p>
          <a:p>
            <a:r>
              <a:t>- Generator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Stores dataset (documents/chunks)</a:t>
            </a:r>
          </a:p>
          <a:p>
            <a:r>
              <a:t>- Preprocessed into smaller chunks</a:t>
            </a:r>
          </a:p>
          <a:p>
            <a:r>
              <a:t>- Indexed for fast retrieval</a:t>
            </a:r>
          </a:p>
          <a:p>
            <a:endParaRPr/>
          </a:p>
          <a:p>
            <a:r>
              <a:t>Choice:</a:t>
            </a:r>
          </a:p>
          <a:p>
            <a:r>
              <a:t>- Simple vector store (e.g., FAISS / in-memory)</a:t>
            </a:r>
          </a:p>
          <a:p>
            <a:r>
              <a:t>- Lightweight and efficient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Converts text into embeddings</a:t>
            </a:r>
          </a:p>
          <a:p>
            <a:r>
              <a:t>- Used for both documents and queries</a:t>
            </a:r>
          </a:p>
          <a:p>
            <a:endParaRPr/>
          </a:p>
          <a:p>
            <a:r>
              <a:t>Choice:</a:t>
            </a:r>
          </a:p>
          <a:p>
            <a:r>
              <a:t>- Sentence-transformers or similar small model</a:t>
            </a:r>
          </a:p>
          <a:p>
            <a:r>
              <a:t>- Runs locally on CPU</a:t>
            </a:r>
          </a:p>
          <a:p>
            <a:endParaRPr/>
          </a:p>
          <a:p>
            <a:r>
              <a:t>Benefit:</a:t>
            </a:r>
          </a:p>
          <a:p>
            <a:r>
              <a:t>- Enables semantic similarity 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Computes similarity between query and documents</a:t>
            </a:r>
          </a:p>
          <a:p>
            <a:r>
              <a:t>- Returns top-k relevant chunks</a:t>
            </a:r>
          </a:p>
          <a:p>
            <a:endParaRPr/>
          </a:p>
          <a:p>
            <a:r>
              <a:t>Approach:</a:t>
            </a:r>
          </a:p>
          <a:p>
            <a:r>
              <a:t>- Cosine similarity / vector distance</a:t>
            </a:r>
          </a:p>
          <a:p>
            <a:endParaRPr/>
          </a:p>
          <a:p>
            <a:r>
              <a:t>Goal:</a:t>
            </a:r>
          </a:p>
          <a:p>
            <a:r>
              <a:t>- Provide relevant context for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Combines query + retrieved documents</a:t>
            </a:r>
          </a:p>
          <a:p>
            <a:r>
              <a:t>- Forms structured prompt</a:t>
            </a:r>
          </a:p>
          <a:p>
            <a:endParaRPr/>
          </a:p>
          <a:p>
            <a:r>
              <a:t>Example:</a:t>
            </a:r>
          </a:p>
          <a:p>
            <a:r>
              <a:t>Context: [retrieved chunks]</a:t>
            </a:r>
          </a:p>
          <a:p>
            <a:r>
              <a:t>Question: [user query]</a:t>
            </a:r>
          </a:p>
          <a:p>
            <a:endParaRPr/>
          </a:p>
          <a:p>
            <a:r>
              <a:t>Purpose:</a:t>
            </a:r>
          </a:p>
          <a:p>
            <a:r>
              <a:t>- Ground LLM response in facts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Uses LLM to generate final answer</a:t>
            </a:r>
          </a:p>
          <a:p>
            <a:endParaRPr/>
          </a:p>
          <a:p>
            <a:r>
              <a:t>Choice:</a:t>
            </a:r>
          </a:p>
          <a:p>
            <a:r>
              <a:t>- Lightweight model (e.g., small local LLM)</a:t>
            </a:r>
          </a:p>
          <a:p>
            <a:endParaRPr/>
          </a:p>
          <a:p>
            <a:r>
              <a:t>Key Goal:</a:t>
            </a:r>
          </a:p>
          <a:p>
            <a:r>
              <a:t>- Accurate, contextual, and coherent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Load and preprocess dataset</a:t>
            </a:r>
          </a:p>
          <a:p>
            <a:r>
              <a:t>2. Chunk and embed data</a:t>
            </a:r>
          </a:p>
          <a:p>
            <a:r>
              <a:t>3. Store embeddings in vector DB</a:t>
            </a:r>
          </a:p>
          <a:p>
            <a:r>
              <a:t>4. Build retrieval pipeline</a:t>
            </a:r>
          </a:p>
          <a:p>
            <a:r>
              <a:t>5. Add prompt augmentation</a:t>
            </a:r>
          </a:p>
          <a:p>
            <a:r>
              <a:t>6. Integrate LLM for generation</a:t>
            </a:r>
          </a:p>
          <a:p>
            <a:r>
              <a:t>7. Test with sample queries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Limited compute resources (CPU only)</a:t>
            </a:r>
          </a:p>
          <a:p>
            <a:r>
              <a:t>- Trade-off between speed and accuracy</a:t>
            </a:r>
          </a:p>
          <a:p>
            <a:r>
              <a:t>- Prompt design for better answers</a:t>
            </a:r>
          </a:p>
          <a:p>
            <a:r>
              <a:t>- Selecting optimal chunk size</a:t>
            </a:r>
          </a:p>
          <a:p>
            <a:endParaRPr/>
          </a:p>
          <a:p>
            <a:r>
              <a:t>Solutions:</a:t>
            </a:r>
          </a:p>
          <a:p>
            <a:r>
              <a:t>- Use small models</a:t>
            </a:r>
          </a:p>
          <a:p>
            <a:r>
              <a:t>- Tune top-k retrieval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Dataset used in notebook</a:t>
            </a:r>
          </a:p>
          <a:p>
            <a:r>
              <a:t>- Python Jupyter Notebook</a:t>
            </a:r>
          </a:p>
          <a:p>
            <a:r>
              <a:t>- Requirements.txt (if needed)</a:t>
            </a:r>
          </a:p>
          <a:p>
            <a:r>
              <a:t>- Optional Dockerfile</a:t>
            </a:r>
          </a:p>
          <a:p>
            <a:endParaRPr/>
          </a:p>
          <a:p>
            <a:r>
              <a:t>Setup:</a:t>
            </a:r>
          </a:p>
          <a:p>
            <a:r>
              <a:t>- Install dependencies</a:t>
            </a:r>
          </a:p>
          <a:p>
            <a:r>
              <a:t>- Run notebook step-by-step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End-to-end RAG pipeline demonstrated</a:t>
            </a:r>
          </a:p>
          <a:p>
            <a:r>
              <a:t>- Queries successfully answered using retrieved context</a:t>
            </a:r>
          </a:p>
          <a:p>
            <a:endParaRPr/>
          </a:p>
          <a:p>
            <a:r>
              <a:t>Conclusion:</a:t>
            </a:r>
          </a:p>
          <a:p>
            <a:r>
              <a:t>- Simple, modular, and extendable design</a:t>
            </a:r>
          </a:p>
          <a:p>
            <a:r>
              <a:t>- Can scale with better models and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395</Words>
  <Application>Microsoft Office PowerPoint</Application>
  <PresentationFormat>On-screen Show (4:3)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Minimal RAG Solution</vt:lpstr>
      <vt:lpstr>Overview</vt:lpstr>
      <vt:lpstr>High-Level Architecture</vt:lpstr>
      <vt:lpstr>Knowledge Base</vt:lpstr>
      <vt:lpstr>Semantic Layer</vt:lpstr>
      <vt:lpstr>Retrieval System</vt:lpstr>
      <vt:lpstr>Augmentation</vt:lpstr>
      <vt:lpstr>Generation</vt:lpstr>
      <vt:lpstr>Implementation Plan</vt:lpstr>
      <vt:lpstr>Challenges Faced</vt:lpstr>
      <vt:lpstr>Additional Resources</vt:lpstr>
      <vt:lpstr>Demo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panda fivestar2</cp:lastModifiedBy>
  <cp:revision>2</cp:revision>
  <dcterms:created xsi:type="dcterms:W3CDTF">2013-01-27T09:14:16Z</dcterms:created>
  <dcterms:modified xsi:type="dcterms:W3CDTF">2026-03-27T21:00:04Z</dcterms:modified>
  <cp:category/>
</cp:coreProperties>
</file>