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Minimal RAG Solution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Retrieval-Augmented Generation System</a:t>
            </a:r>
          </a:p>
          <a:p>
            <a:r>
              <a:t>Candidate Submission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project implements a minimal Retrieval-Augmented Generation (RAG) system.</a:t>
            </a:r>
          </a:p>
          <a:p/>
          <a:p>
            <a:r>
              <a:t>- Combines retrieval + generative AI</a:t>
            </a:r>
          </a:p>
          <a:p>
            <a:r>
              <a:t>- Uses lightweight models for local execution</a:t>
            </a:r>
          </a:p>
          <a:p>
            <a:r>
              <a:t>- Focuses on clarity and modular design</a:t>
            </a:r>
          </a:p>
          <a:p/>
          <a:p>
            <a:r>
              <a:t>Goal: Answer user queries grounded in a dataset.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High-Level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Query → Embedding Model → Vector Search → Retrieved Documents</a:t>
            </a:r>
          </a:p>
          <a:p>
            <a:r>
              <a:t>→ Prompt Augmentation → LLM → Final Answer</a:t>
            </a:r>
          </a:p>
          <a:p/>
          <a:p>
            <a:r>
              <a:t>Components:</a:t>
            </a:r>
          </a:p>
          <a:p>
            <a:r>
              <a:t>- Knowledge Base</a:t>
            </a:r>
          </a:p>
          <a:p>
            <a:r>
              <a:t>- Embedding Model</a:t>
            </a:r>
          </a:p>
          <a:p>
            <a:r>
              <a:t>- Retriever</a:t>
            </a:r>
          </a:p>
          <a:p>
            <a:r>
              <a:t>- Generator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Knowledge 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Stores dataset (documents/chunks)</a:t>
            </a:r>
          </a:p>
          <a:p>
            <a:r>
              <a:t>- Preprocessed into smaller chunks</a:t>
            </a:r>
          </a:p>
          <a:p>
            <a:r>
              <a:t>- Indexed for fast retrieval</a:t>
            </a:r>
          </a:p>
          <a:p/>
          <a:p>
            <a:r>
              <a:t>Choice:</a:t>
            </a:r>
          </a:p>
          <a:p>
            <a:r>
              <a:t>- Simple vector store (e.g., FAISS / in-memory)</a:t>
            </a:r>
          </a:p>
          <a:p>
            <a:r>
              <a:t>- Lightweight and efficient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Semantic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Converts text into embeddings</a:t>
            </a:r>
          </a:p>
          <a:p>
            <a:r>
              <a:t>- Used for both documents and queries</a:t>
            </a:r>
          </a:p>
          <a:p/>
          <a:p>
            <a:r>
              <a:t>Choice:</a:t>
            </a:r>
          </a:p>
          <a:p>
            <a:r>
              <a:t>- Sentence-transformers or similar small model</a:t>
            </a:r>
          </a:p>
          <a:p>
            <a:r>
              <a:t>- Runs locally on CPU</a:t>
            </a:r>
          </a:p>
          <a:p/>
          <a:p>
            <a:r>
              <a:t>Benefit:</a:t>
            </a:r>
          </a:p>
          <a:p>
            <a:r>
              <a:t>- Enables semantic similarity search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Retrieval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Computes similarity between query and documents</a:t>
            </a:r>
          </a:p>
          <a:p>
            <a:r>
              <a:t>- Returns top-k relevant chunks</a:t>
            </a:r>
          </a:p>
          <a:p/>
          <a:p>
            <a:r>
              <a:t>Approach:</a:t>
            </a:r>
          </a:p>
          <a:p>
            <a:r>
              <a:t>- Cosine similarity / vector distance</a:t>
            </a:r>
          </a:p>
          <a:p/>
          <a:p>
            <a:r>
              <a:t>Goal:</a:t>
            </a:r>
          </a:p>
          <a:p>
            <a:r>
              <a:t>- Provide relevant context for generation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Combines query + retrieved documents</a:t>
            </a:r>
          </a:p>
          <a:p>
            <a:r>
              <a:t>- Forms structured prompt</a:t>
            </a:r>
          </a:p>
          <a:p/>
          <a:p>
            <a:r>
              <a:t>Example:</a:t>
            </a:r>
          </a:p>
          <a:p>
            <a:r>
              <a:t>Context: [retrieved chunks]</a:t>
            </a:r>
          </a:p>
          <a:p>
            <a:r>
              <a:t>Question: [user query]</a:t>
            </a:r>
          </a:p>
          <a:p/>
          <a:p>
            <a:r>
              <a:t>Purpose:</a:t>
            </a:r>
          </a:p>
          <a:p>
            <a:r>
              <a:t>- Ground LLM response in facts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Uses LLM to generate final answer</a:t>
            </a:r>
          </a:p>
          <a:p/>
          <a:p>
            <a:r>
              <a:t>Choice:</a:t>
            </a:r>
          </a:p>
          <a:p>
            <a:r>
              <a:t>- Lightweight model (e.g., small local LLM)</a:t>
            </a:r>
          </a:p>
          <a:p/>
          <a:p>
            <a:r>
              <a:t>Key Goal:</a:t>
            </a:r>
          </a:p>
          <a:p>
            <a:r>
              <a:t>- Accurate, contextual, and coherent response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Load and preprocess dataset</a:t>
            </a:r>
          </a:p>
          <a:p>
            <a:r>
              <a:t>2. Chunk and embed data</a:t>
            </a:r>
          </a:p>
          <a:p>
            <a:r>
              <a:t>3. Store embeddings in vector DB</a:t>
            </a:r>
          </a:p>
          <a:p>
            <a:r>
              <a:t>4. Build retrieval pipeline</a:t>
            </a:r>
          </a:p>
          <a:p>
            <a:r>
              <a:t>5. Add prompt augmentation</a:t>
            </a:r>
          </a:p>
          <a:p>
            <a:r>
              <a:t>6. Integrate LLM for generation</a:t>
            </a:r>
          </a:p>
          <a:p>
            <a:r>
              <a:t>7. Test with sample queries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Faced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Limited compute resources (CPU only)</a:t>
            </a:r>
          </a:p>
          <a:p>
            <a:r>
              <a:t>- Trade-off between speed and accuracy</a:t>
            </a:r>
          </a:p>
          <a:p>
            <a:r>
              <a:t>- Prompt design for better answers</a:t>
            </a:r>
          </a:p>
          <a:p>
            <a:r>
              <a:t>- Selecting optimal chunk size</a:t>
            </a:r>
          </a:p>
          <a:p/>
          <a:p>
            <a:r>
              <a:t>Solutions:</a:t>
            </a:r>
          </a:p>
          <a:p>
            <a:r>
              <a:t>- Use small models</a:t>
            </a:r>
          </a:p>
          <a:p>
            <a:r>
              <a:t>- Tune top-k retrieval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Dataset used in notebook</a:t>
            </a:r>
          </a:p>
          <a:p>
            <a:r>
              <a:t>- Python Jupyter Notebook</a:t>
            </a:r>
          </a:p>
          <a:p>
            <a:r>
              <a:t>- Requirements.txt (if needed)</a:t>
            </a:r>
          </a:p>
          <a:p>
            <a:r>
              <a:t>- Optional Dockerfile</a:t>
            </a:r>
          </a:p>
          <a:p/>
          <a:p>
            <a:r>
              <a:t>Setup:</a:t>
            </a:r>
          </a:p>
          <a:p>
            <a:r>
              <a:t>- Install dependencies</a:t>
            </a:r>
          </a:p>
          <a:p>
            <a:r>
              <a:t>- Run notebook step-by-step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&amp;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End-to-end RAG pipeline demonstrated</a:t>
            </a:r>
          </a:p>
          <a:p>
            <a:r>
              <a:t>- Queries successfully answered using retrieved context</a:t>
            </a:r>
          </a:p>
          <a:p/>
          <a:p>
            <a:r>
              <a:t>Conclusion:</a:t>
            </a:r>
          </a:p>
          <a:p>
            <a:r>
              <a:t>- Simple, modular, and extendable design</a:t>
            </a:r>
          </a:p>
          <a:p>
            <a:r>
              <a:t>- Can scale with better models and infrastructure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